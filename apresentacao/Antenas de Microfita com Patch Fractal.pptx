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40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2DC43-87B5-497F-B431-7B74E25EAB00}" type="datetimeFigureOut">
              <a:rPr lang="pt-BR" smtClean="0"/>
              <a:t>07/07/2011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C783D-F241-4052-9937-ABC5D5E4F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46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20288D77-1366-44D6-8E36-7A6B459C2753}" type="datetime1">
              <a:rPr lang="pt-BR" smtClean="0"/>
              <a:t>07/07/2011</a:t>
            </a:fld>
            <a:endParaRPr lang="pt-BR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F57-FCC0-40FD-9408-B1EF4A716AB8}" type="datetime1">
              <a:rPr lang="pt-BR" smtClean="0"/>
              <a:t>07/07/2011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D2E5-7D9F-4A95-9353-BB9FC33E0ABD}" type="datetime1">
              <a:rPr lang="pt-BR" smtClean="0"/>
              <a:t>07/07/2011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A8FE-D61B-496C-B4A0-0B3C27A84D2D}" type="datetime1">
              <a:rPr lang="pt-BR" smtClean="0"/>
              <a:t>07/07/2011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37F7-EB44-4F0B-AD7A-BFA67784275A}" type="datetime1">
              <a:rPr lang="pt-BR" smtClean="0"/>
              <a:t>07/07/2011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402C6-5CB5-4843-94FA-52181786D0EF}" type="datetime1">
              <a:rPr lang="pt-BR" smtClean="0"/>
              <a:t>07/07/2011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FF07-838E-40B0-A3C8-F10AC785C30A}" type="datetime1">
              <a:rPr lang="pt-BR" smtClean="0"/>
              <a:t>07/07/2011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AD4-1D97-463B-8288-265A48253386}" type="datetime1">
              <a:rPr lang="pt-BR" smtClean="0"/>
              <a:t>07/07/2011</a:t>
            </a:fld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027F4-E493-4360-9ED6-681951CF3F6B}" type="datetime1">
              <a:rPr lang="pt-BR" smtClean="0"/>
              <a:t>07/07/2011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FD684-C3A2-4C59-B56F-CAB4B8E4BF64}" type="datetime1">
              <a:rPr lang="pt-BR" smtClean="0"/>
              <a:t>07/07/2011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AB5-15E2-4D8F-B4D3-9AC734D0E9F8}" type="datetime1">
              <a:rPr lang="pt-BR" smtClean="0"/>
              <a:t>07/07/2011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2051FAB-C0B3-4A27-80C1-D48EE5ACEF16}" type="datetime1">
              <a:rPr lang="pt-BR" smtClean="0"/>
              <a:t>07/07/2011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B869218-0907-4AB1-B2CD-8CDACA0D6DC9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16016" y="2420888"/>
            <a:ext cx="3313355" cy="1918184"/>
          </a:xfrm>
        </p:spPr>
        <p:txBody>
          <a:bodyPr>
            <a:normAutofit/>
          </a:bodyPr>
          <a:lstStyle/>
          <a:p>
            <a:r>
              <a:rPr lang="pt-BR" dirty="0" smtClean="0"/>
              <a:t>Antenas de Microfita com Patch Fractal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44008" y="4797152"/>
            <a:ext cx="3888432" cy="1260629"/>
          </a:xfrm>
        </p:spPr>
        <p:txBody>
          <a:bodyPr>
            <a:normAutofit/>
          </a:bodyPr>
          <a:lstStyle/>
          <a:p>
            <a:r>
              <a:rPr lang="pt-BR" sz="1600" dirty="0" smtClean="0"/>
              <a:t>Trabalho de Conclusão de Curso</a:t>
            </a:r>
            <a:endParaRPr lang="pt-BR" sz="1600" dirty="0"/>
          </a:p>
          <a:p>
            <a:r>
              <a:rPr lang="pt-BR" sz="1600" dirty="0" smtClean="0"/>
              <a:t>Evandro Abreu de Oliveira</a:t>
            </a:r>
            <a:endParaRPr lang="pt-BR" sz="16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32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Sumário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Contextualização.</a:t>
            </a:r>
          </a:p>
          <a:p>
            <a:r>
              <a:rPr lang="pt-BR" dirty="0" smtClean="0"/>
              <a:t>Objetivos do trabalho.</a:t>
            </a:r>
          </a:p>
          <a:p>
            <a:r>
              <a:rPr lang="pt-BR" dirty="0" smtClean="0"/>
              <a:t>Fundamentação teórica.</a:t>
            </a:r>
          </a:p>
          <a:p>
            <a:r>
              <a:rPr lang="pt-BR" dirty="0" smtClean="0"/>
              <a:t>Fractais e Antenas de Microfita.</a:t>
            </a:r>
          </a:p>
          <a:p>
            <a:r>
              <a:rPr lang="pt-BR" dirty="0" smtClean="0"/>
              <a:t>Metodologia proposta.</a:t>
            </a:r>
          </a:p>
          <a:p>
            <a:r>
              <a:rPr lang="pt-BR" dirty="0" smtClean="0"/>
              <a:t>Projeto das estruturas.</a:t>
            </a:r>
          </a:p>
          <a:p>
            <a:r>
              <a:rPr lang="pt-BR" dirty="0" smtClean="0"/>
              <a:t>Simulação.</a:t>
            </a:r>
          </a:p>
          <a:p>
            <a:r>
              <a:rPr lang="pt-BR" dirty="0" smtClean="0"/>
              <a:t>Avaliação dos resultados.</a:t>
            </a:r>
          </a:p>
          <a:p>
            <a:r>
              <a:rPr lang="pt-BR" dirty="0" smtClean="0"/>
              <a:t>Considerações finais.</a:t>
            </a:r>
          </a:p>
          <a:p>
            <a:r>
              <a:rPr lang="pt-BR" dirty="0" smtClean="0"/>
              <a:t>Referências.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95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Contextualização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87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Objetivos do </a:t>
            </a:r>
            <a:r>
              <a:rPr lang="pt-BR" dirty="0" smtClean="0"/>
              <a:t>trabalho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28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Fundamentação </a:t>
            </a:r>
            <a:r>
              <a:rPr lang="pt-BR" dirty="0" smtClean="0"/>
              <a:t>teórica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35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Fractais e Antenas de Microfita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75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proposta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60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das estruturas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3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Simulação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54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7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9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3608" y="764704"/>
            <a:ext cx="7024744" cy="1143000"/>
          </a:xfrm>
        </p:spPr>
        <p:txBody>
          <a:bodyPr/>
          <a:lstStyle/>
          <a:p>
            <a:r>
              <a:rPr lang="pt-BR" dirty="0" smtClean="0"/>
              <a:t>Referências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43492" y="2060848"/>
            <a:ext cx="6777317" cy="4320480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US" sz="1200" dirty="0" smtClean="0"/>
              <a:t>[1]BALANIS</a:t>
            </a:r>
            <a:r>
              <a:rPr lang="en-US" sz="1200" dirty="0"/>
              <a:t>, C. A. Antenna Theory: Analysis and Design. 3. ed. New </a:t>
            </a:r>
            <a:r>
              <a:rPr lang="en-US" sz="1200" dirty="0" err="1"/>
              <a:t>Jersey,USA</a:t>
            </a:r>
            <a:r>
              <a:rPr lang="en-US" sz="1200" dirty="0"/>
              <a:t>: John</a:t>
            </a:r>
          </a:p>
          <a:p>
            <a:pPr marL="68580" indent="0">
              <a:buNone/>
            </a:pPr>
            <a:r>
              <a:rPr lang="pt-BR" sz="1200" dirty="0"/>
              <a:t>Wiley &amp; Sons, Inc., 2005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en-US" sz="1200" dirty="0" smtClean="0"/>
              <a:t>[2]</a:t>
            </a:r>
            <a:r>
              <a:rPr lang="pt-BR" sz="1200" dirty="0" smtClean="0"/>
              <a:t>BDRORE</a:t>
            </a:r>
            <a:r>
              <a:rPr lang="pt-BR" sz="1200" dirty="0"/>
              <a:t>, J. S. A </a:t>
            </a:r>
            <a:r>
              <a:rPr lang="pt-BR" sz="1200" dirty="0" err="1"/>
              <a:t>wire</a:t>
            </a:r>
            <a:r>
              <a:rPr lang="pt-BR" sz="1200" dirty="0"/>
              <a:t> </a:t>
            </a:r>
            <a:r>
              <a:rPr lang="pt-BR" sz="1200" dirty="0" err="1"/>
              <a:t>model</a:t>
            </a:r>
            <a:r>
              <a:rPr lang="pt-BR" sz="1200" dirty="0"/>
              <a:t> for the </a:t>
            </a:r>
            <a:r>
              <a:rPr lang="pt-BR" sz="1200" dirty="0" err="1"/>
              <a:t>sierpinski</a:t>
            </a:r>
            <a:r>
              <a:rPr lang="pt-BR" sz="1200" dirty="0"/>
              <a:t> </a:t>
            </a:r>
            <a:r>
              <a:rPr lang="pt-BR" sz="1200" dirty="0" err="1"/>
              <a:t>gasket</a:t>
            </a:r>
            <a:r>
              <a:rPr lang="pt-BR" sz="1200" dirty="0"/>
              <a:t> </a:t>
            </a:r>
            <a:r>
              <a:rPr lang="pt-BR" sz="1200" dirty="0" err="1"/>
              <a:t>type</a:t>
            </a:r>
            <a:r>
              <a:rPr lang="pt-BR" sz="1200" dirty="0"/>
              <a:t> </a:t>
            </a:r>
            <a:r>
              <a:rPr lang="pt-BR" sz="1200" dirty="0" err="1"/>
              <a:t>monopole</a:t>
            </a:r>
            <a:r>
              <a:rPr lang="pt-BR" sz="1200" dirty="0"/>
              <a:t> </a:t>
            </a:r>
            <a:r>
              <a:rPr lang="pt-BR" sz="1200" dirty="0" err="1"/>
              <a:t>antenna</a:t>
            </a:r>
            <a:r>
              <a:rPr lang="pt-BR" sz="1200" dirty="0"/>
              <a:t> </a:t>
            </a:r>
            <a:r>
              <a:rPr lang="pt-BR" sz="1200" dirty="0" err="1"/>
              <a:t>and</a:t>
            </a:r>
            <a:r>
              <a:rPr lang="pt-BR" sz="1200" dirty="0"/>
              <a:t> a</a:t>
            </a:r>
          </a:p>
          <a:p>
            <a:pPr marL="68580" indent="0">
              <a:buNone/>
            </a:pPr>
            <a:r>
              <a:rPr lang="en-US" sz="1200" dirty="0"/>
              <a:t>truly broadband bent-wire antenna. Student Conference on Research and Development</a:t>
            </a:r>
          </a:p>
          <a:p>
            <a:pPr marL="68580" indent="0">
              <a:buNone/>
            </a:pPr>
            <a:r>
              <a:rPr lang="pt-BR" sz="1200" dirty="0"/>
              <a:t>(</a:t>
            </a:r>
            <a:r>
              <a:rPr lang="pt-BR" sz="1200" dirty="0" err="1"/>
              <a:t>SCOReD</a:t>
            </a:r>
            <a:r>
              <a:rPr lang="pt-BR" sz="1200" dirty="0"/>
              <a:t> 2006), Ottawa, Canada, p. 20{24, 10 Jul. 2004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en-US" sz="1200" dirty="0" smtClean="0"/>
              <a:t>[3]</a:t>
            </a:r>
            <a:r>
              <a:rPr lang="pt-BR" sz="1200" dirty="0" smtClean="0"/>
              <a:t>ELKAMCHOUCHI</a:t>
            </a:r>
            <a:r>
              <a:rPr lang="pt-BR" sz="1200" dirty="0"/>
              <a:t>, H. M.; ABOUELSEOUD, G. A </a:t>
            </a:r>
            <a:r>
              <a:rPr lang="pt-BR" sz="1200" dirty="0" err="1"/>
              <a:t>compact</a:t>
            </a:r>
            <a:r>
              <a:rPr lang="pt-BR" sz="1200" dirty="0"/>
              <a:t> </a:t>
            </a:r>
            <a:r>
              <a:rPr lang="pt-BR" sz="1200" dirty="0" err="1"/>
              <a:t>broadband</a:t>
            </a:r>
            <a:r>
              <a:rPr lang="pt-BR" sz="1200" dirty="0"/>
              <a:t> </a:t>
            </a:r>
            <a:r>
              <a:rPr lang="pt-BR" sz="1200" dirty="0" err="1"/>
              <a:t>sierfwinski</a:t>
            </a:r>
            <a:endParaRPr lang="pt-BR" sz="1200" dirty="0"/>
          </a:p>
          <a:p>
            <a:pPr marL="68580" indent="0">
              <a:buNone/>
            </a:pPr>
            <a:r>
              <a:rPr lang="pt-BR" sz="1200" dirty="0" err="1"/>
              <a:t>gasket</a:t>
            </a:r>
            <a:r>
              <a:rPr lang="pt-BR" sz="1200" dirty="0"/>
              <a:t> patch </a:t>
            </a:r>
            <a:r>
              <a:rPr lang="pt-BR" sz="1200" dirty="0" err="1"/>
              <a:t>microstrip</a:t>
            </a:r>
            <a:r>
              <a:rPr lang="pt-BR" sz="1200" dirty="0"/>
              <a:t> </a:t>
            </a:r>
            <a:r>
              <a:rPr lang="pt-BR" sz="1200" dirty="0" err="1"/>
              <a:t>antenna</a:t>
            </a:r>
            <a:r>
              <a:rPr lang="pt-BR" sz="1200" dirty="0"/>
              <a:t>. </a:t>
            </a:r>
            <a:r>
              <a:rPr lang="pt-BR" sz="1200" dirty="0" err="1"/>
              <a:t>National</a:t>
            </a:r>
            <a:r>
              <a:rPr lang="pt-BR" sz="1200" dirty="0"/>
              <a:t> Radio Science </a:t>
            </a:r>
            <a:r>
              <a:rPr lang="pt-BR" sz="1200" dirty="0" err="1"/>
              <a:t>Conference</a:t>
            </a:r>
            <a:r>
              <a:rPr lang="pt-BR" sz="1200" dirty="0"/>
              <a:t> (NRSC2004),</a:t>
            </a:r>
          </a:p>
          <a:p>
            <a:pPr marL="68580" indent="0">
              <a:buNone/>
            </a:pPr>
            <a:r>
              <a:rPr lang="pt-BR" sz="1200" dirty="0" smtClean="0"/>
              <a:t>Cairo</a:t>
            </a:r>
            <a:r>
              <a:rPr lang="pt-BR" sz="1200" dirty="0"/>
              <a:t>, Egito, p. 110{114, 16 mar. 2004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en-US" sz="1200" dirty="0" smtClean="0"/>
              <a:t>[4]HAMZAH</a:t>
            </a:r>
            <a:r>
              <a:rPr lang="en-US" sz="1200" dirty="0"/>
              <a:t>, S. A. et al. Design, simulation, fabrication and measurement of a 900mhz</a:t>
            </a:r>
          </a:p>
          <a:p>
            <a:pPr marL="68580" indent="0">
              <a:buNone/>
            </a:pPr>
            <a:r>
              <a:rPr lang="en-US" sz="1200" dirty="0" err="1"/>
              <a:t>koch</a:t>
            </a:r>
            <a:r>
              <a:rPr lang="en-US" sz="1200" dirty="0"/>
              <a:t> fractal dipole antenna. Student Conference on Research and Development (</a:t>
            </a:r>
            <a:r>
              <a:rPr lang="en-US" sz="1200" dirty="0" err="1"/>
              <a:t>SCOReD</a:t>
            </a:r>
            <a:endParaRPr lang="en-US" sz="1200" dirty="0"/>
          </a:p>
          <a:p>
            <a:pPr marL="68580" indent="0">
              <a:buNone/>
            </a:pPr>
            <a:r>
              <a:rPr lang="pt-BR" sz="1200" dirty="0"/>
              <a:t>2006), </a:t>
            </a:r>
            <a:r>
              <a:rPr lang="pt-BR" sz="1200" dirty="0" err="1"/>
              <a:t>Shah</a:t>
            </a:r>
            <a:r>
              <a:rPr lang="pt-BR" sz="1200" dirty="0"/>
              <a:t> Alam, </a:t>
            </a:r>
            <a:r>
              <a:rPr lang="pt-BR" sz="1200" dirty="0" err="1"/>
              <a:t>Selangor</a:t>
            </a:r>
            <a:r>
              <a:rPr lang="pt-BR" sz="1200" dirty="0"/>
              <a:t>, MALAYSIA, p. 120{123, 27-28 </a:t>
            </a:r>
            <a:r>
              <a:rPr lang="pt-BR" sz="1200" dirty="0" err="1"/>
              <a:t>June</a:t>
            </a:r>
            <a:r>
              <a:rPr lang="pt-BR" sz="1200" dirty="0"/>
              <a:t> 2006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pt-BR" sz="1200" dirty="0" smtClean="0"/>
              <a:t>[5]JAMIL</a:t>
            </a:r>
            <a:r>
              <a:rPr lang="pt-BR" sz="1200" dirty="0"/>
              <a:t>, A.; YUSOFF, M. Z.; YAHYA, N. </a:t>
            </a:r>
            <a:r>
              <a:rPr lang="pt-BR" sz="1200" dirty="0" err="1"/>
              <a:t>Small</a:t>
            </a:r>
            <a:r>
              <a:rPr lang="pt-BR" sz="1200" dirty="0"/>
              <a:t> </a:t>
            </a:r>
            <a:r>
              <a:rPr lang="pt-BR" sz="1200" dirty="0" err="1"/>
              <a:t>koch</a:t>
            </a:r>
            <a:r>
              <a:rPr lang="pt-BR" sz="1200" dirty="0"/>
              <a:t> fractal </a:t>
            </a:r>
            <a:r>
              <a:rPr lang="pt-BR" sz="1200" dirty="0" err="1"/>
              <a:t>antennas</a:t>
            </a:r>
            <a:r>
              <a:rPr lang="pt-BR" sz="1200" dirty="0"/>
              <a:t> for wireless local</a:t>
            </a:r>
          </a:p>
          <a:p>
            <a:pPr marL="68580" indent="0">
              <a:buNone/>
            </a:pPr>
            <a:r>
              <a:rPr lang="pt-BR" sz="1200" dirty="0" err="1"/>
              <a:t>area</a:t>
            </a:r>
            <a:r>
              <a:rPr lang="pt-BR" sz="1200" dirty="0"/>
              <a:t> network. </a:t>
            </a:r>
            <a:r>
              <a:rPr lang="pt-BR" sz="1200" dirty="0" err="1"/>
              <a:t>Universiti</a:t>
            </a:r>
            <a:r>
              <a:rPr lang="pt-BR" sz="1200" dirty="0"/>
              <a:t> </a:t>
            </a:r>
            <a:r>
              <a:rPr lang="pt-BR" sz="1200" dirty="0" err="1"/>
              <a:t>Teknologi</a:t>
            </a:r>
            <a:r>
              <a:rPr lang="pt-BR" sz="1200" dirty="0"/>
              <a:t> PETRONAS, </a:t>
            </a:r>
            <a:r>
              <a:rPr lang="pt-BR" sz="1200" dirty="0" err="1"/>
              <a:t>Perak</a:t>
            </a:r>
            <a:r>
              <a:rPr lang="pt-BR" sz="1200" dirty="0"/>
              <a:t>, MALAYSIA, 2006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pt-BR" sz="1200" dirty="0" smtClean="0"/>
              <a:t>[6]KOUNTOURIOTIS</a:t>
            </a:r>
            <a:r>
              <a:rPr lang="pt-BR" sz="1200" dirty="0"/>
              <a:t>, J. et al. </a:t>
            </a:r>
            <a:r>
              <a:rPr lang="pt-BR" sz="1200" dirty="0" err="1"/>
              <a:t>Recongurable</a:t>
            </a:r>
            <a:r>
              <a:rPr lang="pt-BR" sz="1200" dirty="0"/>
              <a:t> </a:t>
            </a:r>
            <a:r>
              <a:rPr lang="pt-BR" sz="1200" dirty="0" err="1"/>
              <a:t>antennas</a:t>
            </a:r>
            <a:r>
              <a:rPr lang="pt-BR" sz="1200" dirty="0"/>
              <a:t> for mimo </a:t>
            </a:r>
            <a:r>
              <a:rPr lang="pt-BR" sz="1200" dirty="0" err="1"/>
              <a:t>ad-hoc</a:t>
            </a:r>
            <a:r>
              <a:rPr lang="pt-BR" sz="1200" dirty="0"/>
              <a:t> networks. 2008</a:t>
            </a:r>
          </a:p>
          <a:p>
            <a:pPr marL="68580" indent="0">
              <a:buNone/>
            </a:pPr>
            <a:r>
              <a:rPr lang="en-US" sz="1200" dirty="0"/>
              <a:t> </a:t>
            </a:r>
            <a:r>
              <a:rPr lang="en-US" sz="1200" dirty="0" smtClean="0"/>
              <a:t>IEEE </a:t>
            </a:r>
            <a:r>
              <a:rPr lang="en-US" sz="1200" dirty="0"/>
              <a:t>Radio and Wireless Symposium, </a:t>
            </a:r>
            <a:r>
              <a:rPr lang="en-US" sz="1200" dirty="0" err="1"/>
              <a:t>FLorida</a:t>
            </a:r>
            <a:r>
              <a:rPr lang="en-US" sz="1200" dirty="0"/>
              <a:t>, EUA, p. 563 { 566, Janeiro 2008</a:t>
            </a:r>
            <a:r>
              <a:rPr lang="en-US" sz="1200" dirty="0" smtClean="0"/>
              <a:t>.</a:t>
            </a:r>
          </a:p>
          <a:p>
            <a:pPr marL="68580" indent="0">
              <a:buNone/>
            </a:pPr>
            <a:endParaRPr lang="en-US" sz="1200" dirty="0"/>
          </a:p>
          <a:p>
            <a:pPr marL="68580" indent="0">
              <a:buNone/>
            </a:pPr>
            <a:r>
              <a:rPr lang="pt-BR" sz="1200" dirty="0" smtClean="0"/>
              <a:t>[7]MRABET</a:t>
            </a:r>
            <a:r>
              <a:rPr lang="pt-BR" sz="1200" dirty="0"/>
              <a:t>, O. E. HFSS Tutorial. [</a:t>
            </a:r>
            <a:r>
              <a:rPr lang="pt-BR" sz="1200" dirty="0" err="1"/>
              <a:t>S.l</a:t>
            </a:r>
            <a:r>
              <a:rPr lang="pt-BR" sz="1200" dirty="0"/>
              <a:t>.], 2011. </a:t>
            </a:r>
            <a:r>
              <a:rPr lang="pt-BR" sz="1200" dirty="0" err="1"/>
              <a:t>Disponvel</a:t>
            </a:r>
            <a:r>
              <a:rPr lang="pt-BR" sz="1200" dirty="0"/>
              <a:t> em: &lt;http://www.scribd.com&gt;.</a:t>
            </a:r>
          </a:p>
          <a:p>
            <a:pPr marL="68580" indent="0">
              <a:buNone/>
            </a:pPr>
            <a:r>
              <a:rPr lang="pt-BR" sz="1200" dirty="0"/>
              <a:t>Acesso em: 8 mar. 2011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pt-BR" sz="1200" dirty="0" smtClean="0"/>
              <a:t>[8]NA</a:t>
            </a:r>
            <a:r>
              <a:rPr lang="pt-BR" sz="1200" dirty="0"/>
              <a:t>, Y.; XIAO-WEI, S. </a:t>
            </a:r>
            <a:r>
              <a:rPr lang="pt-BR" sz="1200" dirty="0" err="1"/>
              <a:t>Analysis</a:t>
            </a:r>
            <a:r>
              <a:rPr lang="pt-BR" sz="1200" dirty="0"/>
              <a:t> of the </a:t>
            </a:r>
            <a:r>
              <a:rPr lang="pt-BR" sz="1200" dirty="0" err="1"/>
              <a:t>multiband</a:t>
            </a:r>
            <a:r>
              <a:rPr lang="pt-BR" sz="1200" dirty="0"/>
              <a:t> </a:t>
            </a:r>
            <a:r>
              <a:rPr lang="pt-BR" sz="1200" dirty="0" err="1"/>
              <a:t>behavior</a:t>
            </a:r>
            <a:r>
              <a:rPr lang="pt-BR" sz="1200" dirty="0"/>
              <a:t> </a:t>
            </a:r>
            <a:r>
              <a:rPr lang="pt-BR" sz="1200" dirty="0" err="1"/>
              <a:t>on</a:t>
            </a:r>
            <a:r>
              <a:rPr lang="pt-BR" sz="1200" dirty="0"/>
              <a:t> </a:t>
            </a:r>
            <a:r>
              <a:rPr lang="pt-BR" sz="1200" dirty="0" err="1"/>
              <a:t>sierpinski</a:t>
            </a:r>
            <a:r>
              <a:rPr lang="pt-BR" sz="1200" dirty="0"/>
              <a:t> </a:t>
            </a:r>
            <a:r>
              <a:rPr lang="pt-BR" sz="1200" dirty="0" err="1"/>
              <a:t>carpet</a:t>
            </a:r>
            <a:r>
              <a:rPr lang="pt-BR" sz="1200" dirty="0"/>
              <a:t> fractal</a:t>
            </a:r>
          </a:p>
          <a:p>
            <a:pPr marL="68580" indent="0">
              <a:buNone/>
            </a:pPr>
            <a:r>
              <a:rPr lang="pt-BR" sz="1200" dirty="0" err="1"/>
              <a:t>antennas</a:t>
            </a:r>
            <a:r>
              <a:rPr lang="pt-BR" sz="1200" dirty="0"/>
              <a:t>. APMC2005 </a:t>
            </a:r>
            <a:r>
              <a:rPr lang="pt-BR" sz="1200" dirty="0" err="1"/>
              <a:t>Proceedings</a:t>
            </a:r>
            <a:r>
              <a:rPr lang="pt-BR" sz="1200" dirty="0"/>
              <a:t>, </a:t>
            </a:r>
            <a:r>
              <a:rPr lang="pt-BR" sz="1200" dirty="0" err="1"/>
              <a:t>Shaanxi</a:t>
            </a:r>
            <a:r>
              <a:rPr lang="pt-BR" sz="1200" dirty="0"/>
              <a:t>, China, p. 70{74, 30 abr. 2005</a:t>
            </a:r>
            <a:r>
              <a:rPr lang="pt-BR" sz="1200" dirty="0" smtClean="0"/>
              <a:t>.</a:t>
            </a:r>
          </a:p>
          <a:p>
            <a:pPr marL="68580" indent="0">
              <a:buNone/>
            </a:pPr>
            <a:endParaRPr lang="pt-BR" sz="1200" dirty="0"/>
          </a:p>
          <a:p>
            <a:pPr marL="68580" indent="0">
              <a:buNone/>
            </a:pPr>
            <a:r>
              <a:rPr lang="pt-BR" sz="1200" dirty="0" smtClean="0"/>
              <a:t>[9]OLIVEIRA</a:t>
            </a:r>
            <a:r>
              <a:rPr lang="pt-BR" sz="1200" dirty="0"/>
              <a:t>, E. E. C. de. Antenas de </a:t>
            </a:r>
            <a:r>
              <a:rPr lang="pt-BR" sz="1200" dirty="0" err="1"/>
              <a:t>microta</a:t>
            </a:r>
            <a:r>
              <a:rPr lang="pt-BR" sz="1200" dirty="0"/>
              <a:t> com patch quase fractal para </a:t>
            </a:r>
            <a:r>
              <a:rPr lang="pt-BR" sz="1200" dirty="0" err="1"/>
              <a:t>aplicac~oes</a:t>
            </a:r>
            <a:endParaRPr lang="pt-BR" sz="1200" dirty="0"/>
          </a:p>
          <a:p>
            <a:pPr marL="68580" indent="0">
              <a:buNone/>
            </a:pPr>
            <a:r>
              <a:rPr lang="pt-BR" sz="1200" dirty="0"/>
              <a:t>em redes </a:t>
            </a:r>
            <a:r>
              <a:rPr lang="pt-BR" sz="1200" dirty="0" err="1"/>
              <a:t>wpan</a:t>
            </a:r>
            <a:r>
              <a:rPr lang="pt-BR" sz="1200" dirty="0"/>
              <a:t>/</a:t>
            </a:r>
            <a:r>
              <a:rPr lang="pt-BR" sz="1200" dirty="0" err="1"/>
              <a:t>wlan</a:t>
            </a:r>
            <a:r>
              <a:rPr lang="pt-BR" sz="1200" dirty="0"/>
              <a:t>. </a:t>
            </a:r>
            <a:r>
              <a:rPr lang="pt-BR" sz="1200" dirty="0" err="1"/>
              <a:t>Dissertac~ao</a:t>
            </a:r>
            <a:r>
              <a:rPr lang="pt-BR" sz="1200" dirty="0"/>
              <a:t> de Mestrado, </a:t>
            </a:r>
            <a:r>
              <a:rPr lang="pt-BR" sz="1200" dirty="0" err="1"/>
              <a:t>Natal,Brasil</a:t>
            </a:r>
            <a:r>
              <a:rPr lang="pt-BR" sz="1200" dirty="0"/>
              <a:t>, 2009.</a:t>
            </a:r>
            <a:endParaRPr lang="pt-BR" sz="12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69218-0907-4AB1-B2CD-8CDACA0D6DC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1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161</TotalTime>
  <Words>423</Words>
  <Application>Microsoft Office PowerPoint</Application>
  <PresentationFormat>Apresentação na tela (4:3)</PresentationFormat>
  <Paragraphs>65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Austin</vt:lpstr>
      <vt:lpstr>Antenas de Microfita com Patch Fractal </vt:lpstr>
      <vt:lpstr>Sumário </vt:lpstr>
      <vt:lpstr>Contextualização</vt:lpstr>
      <vt:lpstr>Objetivos do trabalho </vt:lpstr>
      <vt:lpstr>Fundamentação teórica </vt:lpstr>
      <vt:lpstr>Fractais e Antenas de Microfita</vt:lpstr>
      <vt:lpstr>Metodologia proposta</vt:lpstr>
      <vt:lpstr>Projeto das estruturas</vt:lpstr>
      <vt:lpstr>Simulação</vt:lpstr>
      <vt:lpstr>Avaliação dos resultados</vt:lpstr>
      <vt:lpstr>Considerações finais</vt:lpstr>
      <vt:lpstr>Referências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Antenas de Microfita com Patch Fractal</dc:title>
  <dc:creator>Evandro</dc:creator>
  <cp:lastModifiedBy>Evandro</cp:lastModifiedBy>
  <cp:revision>7</cp:revision>
  <dcterms:created xsi:type="dcterms:W3CDTF">2011-07-07T23:45:53Z</dcterms:created>
  <dcterms:modified xsi:type="dcterms:W3CDTF">2011-07-08T02:27:49Z</dcterms:modified>
</cp:coreProperties>
</file>